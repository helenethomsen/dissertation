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858000" cy="794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5"/>
  </p:normalViewPr>
  <p:slideViewPr>
    <p:cSldViewPr snapToGrid="0" showGuides="1">
      <p:cViewPr>
        <p:scale>
          <a:sx n="90" d="100"/>
          <a:sy n="90" d="100"/>
        </p:scale>
        <p:origin x="2824" y="416"/>
      </p:cViewPr>
      <p:guideLst>
        <p:guide orient="horz" pos="250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00330"/>
            <a:ext cx="5829300" cy="276619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173195"/>
            <a:ext cx="5143500" cy="191830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5913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022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80844"/>
            <a:ext cx="5915025" cy="33050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317192"/>
            <a:ext cx="5915025" cy="173806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607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15105"/>
            <a:ext cx="2914650" cy="50413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15105"/>
            <a:ext cx="2914650" cy="50413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660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3023"/>
            <a:ext cx="5915025" cy="1535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47736"/>
            <a:ext cx="2901255" cy="95455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902292"/>
            <a:ext cx="2901255" cy="42688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47736"/>
            <a:ext cx="2915543" cy="95455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902292"/>
            <a:ext cx="2915543" cy="42688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782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7337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453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9696"/>
            <a:ext cx="2211884" cy="185393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43998"/>
            <a:ext cx="3471863" cy="564641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83631"/>
            <a:ext cx="2211884" cy="441597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658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9696"/>
            <a:ext cx="2211884" cy="185393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43998"/>
            <a:ext cx="3471863" cy="564641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83631"/>
            <a:ext cx="2211884" cy="441597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0222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696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23021"/>
            <a:ext cx="1478756" cy="673339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23021"/>
            <a:ext cx="4350544" cy="673339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6045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23023"/>
            <a:ext cx="5915025" cy="153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15105"/>
            <a:ext cx="5915025" cy="5041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7364246"/>
            <a:ext cx="1543050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E9B1C-E359-8B44-958A-51E72717CE6B}" type="datetimeFigureOut">
              <a:rPr lang="en-DK" smtClean="0"/>
              <a:t>10/07/2026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364246"/>
            <a:ext cx="2314575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364246"/>
            <a:ext cx="1543050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66CB3-3C16-6943-8B7A-CC529EC87C0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5115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815C2-B13F-F296-D35B-B6544B9AF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7" y="80896"/>
            <a:ext cx="6798523" cy="28572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B2B88B-8470-FF51-6E5C-ED9E699AEAAD}"/>
              </a:ext>
            </a:extLst>
          </p:cNvPr>
          <p:cNvSpPr/>
          <p:nvPr/>
        </p:nvSpPr>
        <p:spPr>
          <a:xfrm>
            <a:off x="3458736" y="74626"/>
            <a:ext cx="1604866" cy="765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9F2280-AB62-BB1B-7118-4A222440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02" y="74626"/>
            <a:ext cx="2816098" cy="765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068901-212E-7600-A903-7F7F7CF8F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6" y="2938105"/>
            <a:ext cx="6764582" cy="28502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196B2-0B19-F64B-EFDC-B2E551D5F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5" y="5788378"/>
            <a:ext cx="6764582" cy="211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7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Helene Thomsen</dc:creator>
  <cp:lastModifiedBy>Helene Thomsen</cp:lastModifiedBy>
  <cp:revision>1</cp:revision>
  <dcterms:created xsi:type="dcterms:W3CDTF">2026-07-10T13:35:13Z</dcterms:created>
  <dcterms:modified xsi:type="dcterms:W3CDTF">2026-07-10T14:06:37Z</dcterms:modified>
</cp:coreProperties>
</file>